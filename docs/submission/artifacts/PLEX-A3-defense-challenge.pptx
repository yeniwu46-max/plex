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A38"/>
                </a:solidFill>
              </a:defRPr>
            </a:pPr>
            <a:r>
              <a:t>PLEX：高等教育个性化学习资源多智能体系统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A5A6A"/>
                </a:solidFill>
              </a:defRPr>
            </a:pPr>
            <a:r>
              <a:t>中国软件杯 A3 · 挑战赛优化版</a:t>
            </a:r>
          </a:p>
          <a:p>
            <a:pPr>
              <a:defRPr sz="1800">
                <a:solidFill>
                  <a:srgbClr val="3A5A6A"/>
                </a:solidFill>
              </a:defRPr>
            </a:pPr>
            <a:r>
              <a:t>对话建画像 · 多智能体协同 · 多模态资源 · 教师审核闭环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痛点与目标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大学生基础差异大、偏好多模态与即时反馈，统一进度教学效率低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通用大模型缺课程边界、审核与效果闭环；传统 LMS 缺个性化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PLEX：把前沿 AI 嵌入可解释画像→资源生产→审核→路径→证据闭环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系统架构（一句话）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前端 Vue3 + Naive UI；后端 Flask + SQLAlchemy + JWT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自研多智能体编排为主，CrewAI / LangGraph 可选增强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课程知识库 RAG 锚定 + 六步资源审核 + 三角色权限隔离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核心能力 1：对话式八维画像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自然语言抽取 8 维：专业/基础/目标/偏好/易错/节奏/兴趣/认知状态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SSE 流式确认回复；低置信度需学生确认后写入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版本历史与证据可追溯，右侧卡片实时刷新（挑战赛修复演示断链）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核心能力 2：多智能体多模态资源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流水线：画像解释→检索→设计→生成→审核→路径规划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资源类型：讲解 / Mermaid 导图 / 题库 / 拓展 / 代码实操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挑战赛新增：TTS 语音讲解、教学短视频、答疑图解卡片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前端智能体协作时间线：过程可见，而非黑盒一次出结果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核心能力 3：现代 AI 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驿站答疑 / 画像对话：SSE 逐 token 流式输出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全站 Markdown：代码高亮、KaTeX、Mermaid 真正渲染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多模态卡片化：audio / video / 图解，符合赛题非功能要求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可信与可降级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课程安全：注入 / 敏感 / 越界拦截；引用与结构校验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教师审核门禁：未批准资源不进入学生正式列表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外部模型不可用时：本地规则 / 本地 TTS / 分镜脚本降级，口径诚实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挑战赛相对初赛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流式 + Markdown + Mermaid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语音 / 视频 / 图解多模态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画像页路由修复 + 步骤时间线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文档专章重写 + 挑战赛理由 Word + 演示材料入包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A38"/>
                </a:solidFill>
              </a:defRPr>
            </a:pPr>
            <a:r>
              <a:t>演示路径（≤7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画像对话流式构建 → 资源生成时间线与多模态卡片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驿站流式答疑（可选图解）→ 教师审核 / 星轨路径</a:t>
            </a:r>
          </a:p>
          <a:p>
            <a:pPr>
              <a:spcAft>
                <a:spcPts val="1000"/>
              </a:spcAft>
              <a:defRPr sz="1800">
                <a:solidFill>
                  <a:srgbClr val="1A3340"/>
                </a:solidFill>
              </a:defRPr>
            </a:pPr>
            <a:r>
              <a:t>• 开源许可证与 AI Coding 说明见配套文档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B2A38"/>
                </a:solidFill>
              </a:defRPr>
            </a:pPr>
            <a:r>
              <a:t>谢谢评委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A5A6A"/>
                </a:solidFill>
              </a:defRPr>
            </a:pPr>
            <a:r>
              <a:t>PLEX A3 · 欢迎提问</a:t>
            </a:r>
          </a:p>
          <a:p>
            <a:pPr>
              <a:defRPr sz="1800">
                <a:solidFill>
                  <a:srgbClr val="3A5A6A"/>
                </a:solidFill>
              </a:defRPr>
            </a:pPr>
            <a:r>
              <a:t>开源组件与许可证见 README 显著位置表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